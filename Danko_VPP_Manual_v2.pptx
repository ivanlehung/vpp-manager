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</a:rPr>
              <a:t>DANKO VPP v2.0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HỆ THỐNG QUẢN TRỊ CUNG ỨNG NỘI BỘ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HƯỚNG DẪN VẬN HÀNH CHI TIẾT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1. Dashboard Quản trị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Theo dõi tổng số lượng hàng khả dụng.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Cảnh báo hàng sắp hết kho.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Biểu đồ phân bổ chi phí trực quan.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Truy cập nhanh các tính năng từ Sidebar.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Thông báo quả chuông theo thời gian thực.</a:t>
            </a:r>
            <a:endParaRPr lang="en-US" sz="1300" dirty="0"/>
          </a:p>
        </p:txBody>
      </p:sp>
      <p:pic>
        <p:nvPicPr>
          <p:cNvPr id="4" name="Image 0" descr="C:\Users\DK\.gemini\antigravity\brain\38a398e0-518a-4b7b-af03-3f72d4e98823\screenshot_dashboard_17767338723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  <a:effectLst>
            <a:outerShdw sx="100000" sy="100000" kx="0" ky="0" algn="bl" rotWithShape="0" blurRad="254000" dist="127000" dir="16200000">
              <a:srgbClr val="CBD5E1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2. Quy trình Lập Yêu Cầu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Form tạo phiếu trực tuyến tinh gọn.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Tự động kiểm tra Định mức (Quota).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Cảnh báo Backorder khi tồn kho hết.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Hỗ trợ Lưu nháp (Draft) hoặc Gửi trình duyệt.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SLA xử lý dựa trên mức độ ưu tiên.</a:t>
            </a:r>
            <a:endParaRPr lang="en-US" sz="1300" dirty="0"/>
          </a:p>
        </p:txBody>
      </p:sp>
      <p:pic>
        <p:nvPicPr>
          <p:cNvPr id="4" name="Image 0" descr="C:\Users\DK\.gemini\antigravity\brain\38a398e0-518a-4b7b-af03-3f72d4e98823\screenshot_create_form_17767339752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  <a:effectLst>
            <a:outerShdw sx="100000" sy="100000" kx="0" ky="0" algn="bl" rotWithShape="0" blurRad="254000" dist="127000" dir="16200000">
              <a:srgbClr val="CBD5E1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3. Luồng Phê Duyệt Đa Cấp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Trình tự: Nhân viên -&gt; Quản lý -&gt; Admin -&gt; Kho.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Hiển thị trạng thái rõ ràng (Màu sắc).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Chốt khối lượng thực tế tại cổng duyệt.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Hỗ trợ Trả về (Return) kèm lý do sửa lỗi.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Filter nhanh phiếu "Cần tôi xử lý".</a:t>
            </a:r>
            <a:endParaRPr lang="en-US" sz="1300" dirty="0"/>
          </a:p>
        </p:txBody>
      </p:sp>
      <p:pic>
        <p:nvPicPr>
          <p:cNvPr id="4" name="Image 0" descr="C:\Users\DK\.gemini\antigravity\brain\38a398e0-518a-4b7b-af03-3f72d4e98823\screenshot_requests_17767338856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  <a:effectLst>
            <a:outerShdw sx="100000" sy="100000" kx="0" ky="0" algn="bl" rotWithShape="0" blurRad="254000" dist="127000" dir="16200000">
              <a:srgbClr val="CBD5E1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4. Nghiệp vụ Kho &amp; Bàn giao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Audit Trail theo dõi lịch sử 100%.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In phiếu yêu cầu PDF định dạng A4.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Lệnh Issue Inventory - Trực tiếp trừ tồn.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Xác nhận nhận hàng điện tử (Self-receipt).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Đồng bộ dữ liệu kho Main và kho Vệ sinh.</a:t>
            </a:r>
            <a:endParaRPr lang="en-US" sz="1300" dirty="0"/>
          </a:p>
        </p:txBody>
      </p:sp>
      <p:pic>
        <p:nvPicPr>
          <p:cNvPr id="4" name="Image 0" descr="C:\Users\DK\.gemini\antigravity\brain\38a398e0-518a-4b7b-af03-3f72d4e98823\screenshot_detail_17767339018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  <a:effectLst>
            <a:outerShdw sx="100000" sy="100000" kx="0" ky="0" algn="bl" rotWithShape="0" blurRad="254000" dist="127000" dir="16200000">
              <a:srgbClr val="CBD5E1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5. Báo cáo &amp; Phân tích BI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Thống kê Fill-rate (Tỉ lệ đáp ứng).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Phân loại chi phí theo Phòng ban.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Theo dõi xu hướng Xuất - Nhập kho.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Tổng giá trị tồn kho tại thời điểm thực.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Export Excel chuyên sâu báo cáo lãnh đạo.</a:t>
            </a:r>
            <a:endParaRPr lang="en-US" sz="1300" dirty="0"/>
          </a:p>
        </p:txBody>
      </p:sp>
      <p:pic>
        <p:nvPicPr>
          <p:cNvPr id="4" name="Image 0" descr="C:\Users\DK\.gemini\antigravity\brain\38a398e0-518a-4b7b-af03-3f72d4e98823\screenshot_analytics_1776733917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  <a:effectLst>
            <a:outerShdw sx="100000" sy="100000" kx="0" ky="0" algn="bl" rotWithShape="0" blurRad="254000" dist="127000" dir="16200000">
              <a:srgbClr val="CBD5E1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6. Kho Tạp hóa / Vệ sinh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Phân hệ quản lý chuyên biệt hàng VS.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Nhập tồn trực tiếp (Quick Adjustment).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Quản lý đơn vị tính chai/lọ/gói/túi.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Phê duyệt tắt cho các tình huống khẩn cấp.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• Link trực tiếp với hệ thống PDX chính.</a:t>
            </a:r>
            <a:endParaRPr lang="en-US" sz="1300" dirty="0"/>
          </a:p>
        </p:txBody>
      </p:sp>
      <p:pic>
        <p:nvPicPr>
          <p:cNvPr id="4" name="Image 0" descr="C:\Users\DK\.gemini\antigravity\brain\38a398e0-518a-4b7b-af03-3f72d4e98823\screenshot_janitorial_17767339303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  <a:effectLst>
            <a:outerShdw sx="100000" sy="100000" kx="0" ky="0" algn="bl" rotWithShape="0" blurRad="254000" dist="127000" dir="16200000">
              <a:srgbClr val="CBD5E1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QUY TẮC VẬN HÀNH VÀNG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975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1. Không giao hàng khi chưa có lệnh Issue trên hệ thống.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2. Nhân viên bắt buộc bấm Xác Nhận Nhận Hàng để đóng phiếu.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3. Quản lý duyệt phiếu trong vòng 4h kể từ khi nhận thông báo.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4. Mọi sai sót số liệu cần báo ngay cho Admin để điều chỉnh Audit.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2026-04-21T01:17:02Z</dcterms:created>
  <dcterms:modified xsi:type="dcterms:W3CDTF">2026-04-21T01:17:02Z</dcterms:modified>
</cp:coreProperties>
</file>