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</a:rPr>
              <a:t>DANKO VPP v2.0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HƯỚNG DẪN VẬN HÀNH CHI TIẾT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1. Dashboard Quản trị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Theo dõi tồn kho thực tế, cảnh báo sắp hết hàng và phân bổ chi phí trực quan.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2. Quy trình Lập Yêu Cầu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Giao diện tạo phiếu thông minh, tự động kiểm tra định mức (quota).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3. Luồng Phê Duyệt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Theo dõi tiến độ phê duyệt qua các cấp Quản lý và Admin.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4. Nghiệp vụ Kho &amp; Audit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Nhật ký xử lý chi tiết (Audit Trail) và các lệnh xuất kho nội bộ.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5. Báo cáo &amp; Phân tích BI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Các chỉ số KPIs quan trọng về tiêu thụ và ngân sách cung ứng.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6. Kho Tạp hóa / Vệ sinh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Phần hệ quản lý riêng biệt cho các mặt hàng vệ sinh và tạp hóa.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2026-04-21T01:46:10Z</dcterms:created>
  <dcterms:modified xsi:type="dcterms:W3CDTF">2026-04-21T01:46:10Z</dcterms:modified>
</cp:coreProperties>
</file>