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FF"/>
                </a:solidFill>
              </a:rPr>
              <a:t>DANKO VPP v2.0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33333"/>
                </a:solidFill>
              </a:rPr>
              <a:t>HUONG DAN SU DUNG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1.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Theo doi ton kho, canh bao sap het hang.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dashboard_1776733872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2. Lap phieu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Tao yeu cau VPP truc tuyen.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create_form_1776733975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3. Phe duyet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Quan ly va Admin duyet phieu.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requests_1776733885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4. Chi tiet &amp; Kho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Audit trail va lenh xuat kho.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detail_17767339018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 Thong ke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Bieu do chi phi va KPIs.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analytics_1776733917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6. Kho Ve Sinh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Phan he rieng cho do ve sinh.</a:t>
            </a:r>
            <a:endParaRPr lang="en-US" sz="1400" dirty="0"/>
          </a:p>
        </p:txBody>
      </p:sp>
      <p:pic>
        <p:nvPicPr>
          <p:cNvPr id="4" name="Image 0" descr="C:\Users\DK\.gemini\antigravity\brain\38a398e0-518a-4b7b-af03-3f72d4e98823\screenshot_janitorial_17767339303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2026-04-21T01:38:04Z</dcterms:created>
  <dcterms:modified xsi:type="dcterms:W3CDTF">2026-04-21T01:38:04Z</dcterms:modified>
</cp:coreProperties>
</file>