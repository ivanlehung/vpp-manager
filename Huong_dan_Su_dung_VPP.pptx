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4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DK/.gemini/antigravity/brain/adf85d86-47c0-40c0-95d4-1eccd095ec5c/presentation_cover_17766842543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Mục tiêu &amp; Lợi ích Hệ thống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Số hóa 100%: Loại bỏ việc ký hồ sơ giấy, thay thế bằng xác thực điện tử.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Tối ưu tồn kho: Tự động cảnh báo thiếu hàng (Backorder) và điều phối kho.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Minh bạch hóa: Lịch sử phê duyệt (Audit Trail) được lưu trữ vĩnh viễn.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Thông báo tức thời: Notification giúp không bỏ lỡ bước xử lý.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Vai trò &amp; Phân quyền (Role Matrix)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5240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Vai trò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Người dùng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Trách nhiệm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EMPLOYEE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Nhân viên các phòng ban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Lập phiếu yêu cầu, theo dõi và nhận hàng.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MANAGER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Trưởng phòng/Bộ phận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Phê duyệt tính hợp lý của nhu cầu (Cấp 1).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Phòng Hành chính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Kiểm tra hạn mức, phân bổ kho &amp; xử lý mua sắm.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WAREHOUSE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Thủ kho/Vệ sinh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Soạn hàng, xuất kho thực tế &amp; ký giao hàng.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Bản đồ Quy trình vận hành 2.0</a:t>
            </a:r>
            <a:endParaRPr lang="en-US" sz="3200" dirty="0"/>
          </a:p>
        </p:txBody>
      </p:sp>
      <p:pic>
        <p:nvPicPr>
          <p:cNvPr id="3" name="Image 0" descr="C:/Users/DK/.gemini/antigravity/brain/adf85d86-47c0-40c0-95d4-1eccd095ec5c/process_infographic_1776684274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653" y="1156063"/>
            <a:ext cx="3958046" cy="3739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Kịch bản Nhân viên (Employee)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Lập phiếu: Vào menu Yêu Cầu Cấp Phát -&gt; Tạo Phiếu Mới.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Chọn vật tư: Hệ thống hiển thị tồn khả dụng để chủ động chọn.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Theo dõi thông báo: Click Quả chuông để cập nhật trạng thái.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Xác nhận: Nhấn [Xác nhận đã nhận đủ hàng] sau khi nhận hàng thực tế.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Kịch bản Quản lý (Manager)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Tiếp nhận: Nhận thông báo "Có phiếu mới chờ bạn duyệt".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Kiểm tra: Xem chi tiết nhu cầu và mục đích của nhân viên.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Phê duyệt (Approve): Chuyển tiếp phiếu lên phòng Hành chính.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Trả lại (Return): Yêu cầu điều chỉnh nếu nhu cầu chưa rõ ràng.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Kịch bản Hành chính (Admin)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Điều phối: Sửa số lượng duyệt để cân đối tồn kho chung.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Xử lý Backorder: Click nút "Tạo PO báo thiếu" nếu kho hết hàng.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Phân bổ kho: Chỉ định kho xuất hàng tối ưu nhất.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Theo dõi: Kiểm tra ngân sách và hạn mức từng phòng ban.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Kịch bản Thủ kho (Warehouse)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Soạn hàng: Tìm phiếu có trạng thái [READY_TO_ISSUE].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In phiếu: In mẫu chứng từ A4 có mã QR và chữ ký điện tử.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Xuất kho: Bấm nút [Issue Inventory] để cập nhật tồn thực tế.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Bàn giao: Nhắc nhở người nhận xác nhận trên App sau khi giao.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Xử lý Tình huống Ngoại lệ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Tự thu hồi (Withdraw): Chỉ áp dụng khi phiếu chưa được duyệt.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Yêu cầu làm lại (Return): Do Quản lý hoặc Admin yêu cầu chỉnh sửa.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• Hủy phiếu (Cancel): Khi nhu cầu không còn hoặc có sai sót nặng.</a:t>
            </a:r>
            <a:r>
              <a:rPr lang="en-US" sz="1800" i="1" dirty="0">
                <a:solidFill>
                  <a:srgbClr val="FF0000"/>
                </a:solidFill>
              </a:rPr>
              <a:t>Lưu ý: Mọi thao tác ngoại lệ đều lưu lý do vào Nhật ký hệ thống.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3366"/>
                </a:solidFill>
              </a:rPr>
              <a:t>Kết luận &amp; Hỗ trợ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Hotline: 0123-XXX-XXX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Email: support@dankogroup.vn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00000"/>
                </a:solidFill>
              </a:rPr>
              <a:t>Phòng Công nghệ Thông tin - Danko Group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Trình chiếu Trên màn hình (16:9)</PresentationFormat>
  <Paragraphs>60</Paragraphs>
  <Slides>10</Slides>
  <Notes>10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DK</cp:lastModifiedBy>
  <cp:revision>2</cp:revision>
  <dcterms:created xsi:type="dcterms:W3CDTF">2026-04-20T11:27:23Z</dcterms:created>
  <dcterms:modified xsi:type="dcterms:W3CDTF">2026-04-20T11:29:16Z</dcterms:modified>
</cp:coreProperties>
</file>